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63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19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18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182880"/>
            <a:ext cx="7726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100" b="1" dirty="0" err="1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Sensori</a:t>
            </a:r>
            <a:r>
              <a:rPr lang="en-US" sz="31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 feedback </a:t>
            </a:r>
            <a:r>
              <a:rPr lang="en-US" sz="3100" b="1" dirty="0" err="1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aptico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4173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0" y="519271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01168"/>
            <a:ext cx="22402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182880"/>
            <a:ext cx="7726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100" b="1" dirty="0" err="1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Sensori</a:t>
            </a:r>
            <a:r>
              <a:rPr lang="en-US" sz="310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 feedback </a:t>
            </a:r>
            <a:r>
              <a:rPr lang="en-US" sz="3100" b="1" dirty="0" err="1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aptico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0" y="1078992"/>
            <a:ext cx="12191695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41732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0" y="519271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36976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Macintosh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Sistema Chirurgico da Vinci</dc:title>
  <dc:subject>PptxGenJS Presentation</dc:subject>
  <dc:creator>Politecnico di Bari</dc:creator>
  <cp:lastModifiedBy>Microsoft Office User</cp:lastModifiedBy>
  <cp:revision>6</cp:revision>
  <cp:lastPrinted>2026-06-18T16:20:41Z</cp:lastPrinted>
  <dcterms:created xsi:type="dcterms:W3CDTF">2026-06-01T14:22:53Z</dcterms:created>
  <dcterms:modified xsi:type="dcterms:W3CDTF">2026-06-18T16:21:29Z</dcterms:modified>
</cp:coreProperties>
</file>